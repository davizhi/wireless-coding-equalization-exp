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封面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无线通信技术 · 信道编码与信道均衡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为什么做这个实验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无线信道会产生误码</a:t>
            </a:r>
          </a:p>
          <a:p>
            <a:pPr>
              <a:defRPr sz="2200"/>
            </a:pPr>
            <a:r>
              <a:t>多径会产生 ISI</a:t>
            </a:r>
          </a:p>
          <a:p>
            <a:pPr>
              <a:defRPr sz="2200"/>
            </a:pPr>
            <a:r>
              <a:t>编码与均衡分别解决可靠性和失真问题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学习目标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Hamming(7,4) 编码与译码</a:t>
            </a:r>
          </a:p>
          <a:p>
            <a:pPr>
              <a:defRPr sz="2200"/>
            </a:pPr>
            <a:r>
              <a:t>ZF 与 LMS 均衡</a:t>
            </a:r>
          </a:p>
          <a:p>
            <a:pPr>
              <a:defRPr sz="2200"/>
            </a:pPr>
            <a:r>
              <a:t>自动评分与 PR 提交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 信道编码核心概念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冗余</a:t>
            </a:r>
          </a:p>
          <a:p>
            <a:pPr>
              <a:defRPr sz="2200"/>
            </a:pPr>
            <a:r>
              <a:t>码率</a:t>
            </a:r>
          </a:p>
          <a:p>
            <a:pPr>
              <a:defRPr sz="2200"/>
            </a:pPr>
            <a:r>
              <a:t>生成矩阵 G</a:t>
            </a:r>
          </a:p>
          <a:p>
            <a:pPr>
              <a:defRPr sz="2200"/>
            </a:pPr>
            <a:r>
              <a:t>校验矩阵 H</a:t>
            </a:r>
          </a:p>
          <a:p>
            <a:pPr>
              <a:defRPr sz="2200"/>
            </a:pPr>
            <a:r>
              <a:t>伴随式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Hamming(7,4) 实验任务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编码</a:t>
            </a:r>
          </a:p>
          <a:p>
            <a:pPr>
              <a:defRPr sz="2200"/>
            </a:pPr>
            <a:r>
              <a:t>伴随式</a:t>
            </a:r>
          </a:p>
          <a:p>
            <a:pPr>
              <a:defRPr sz="2200"/>
            </a:pPr>
            <a:r>
              <a:t>单比特纠错</a:t>
            </a:r>
          </a:p>
          <a:p>
            <a:pPr>
              <a:defRPr sz="2200"/>
            </a:pPr>
            <a:r>
              <a:t>BER 曲线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 均衡核心概念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多径信道</a:t>
            </a:r>
          </a:p>
          <a:p>
            <a:pPr>
              <a:defRPr sz="2200"/>
            </a:pPr>
            <a:r>
              <a:t>ISI</a:t>
            </a:r>
          </a:p>
          <a:p>
            <a:pPr>
              <a:defRPr sz="2200"/>
            </a:pPr>
            <a:r>
              <a:t>ZF</a:t>
            </a:r>
          </a:p>
          <a:p>
            <a:pPr>
              <a:defRPr sz="2200"/>
            </a:pPr>
            <a:r>
              <a:t>LMS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均衡实验任务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估计 ZF 抽头</a:t>
            </a:r>
          </a:p>
          <a:p>
            <a:pPr>
              <a:defRPr sz="2200"/>
            </a:pPr>
            <a:r>
              <a:t>应用 FIR 滤波</a:t>
            </a:r>
          </a:p>
          <a:p>
            <a:pPr>
              <a:defRPr sz="2200"/>
            </a:pPr>
            <a:r>
              <a:t>LMS 训练</a:t>
            </a:r>
          </a:p>
          <a:p>
            <a:pPr>
              <a:defRPr sz="2200"/>
            </a:pPr>
            <a:r>
              <a:t>波形和 MSE 曲线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仓库结构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`src/`</a:t>
            </a:r>
          </a:p>
          <a:p>
            <a:pPr>
              <a:defRPr sz="2200"/>
            </a:pPr>
            <a:r>
              <a:t>`grading/`</a:t>
            </a:r>
          </a:p>
          <a:p>
            <a:pPr>
              <a:defRPr sz="2200"/>
            </a:pPr>
            <a:r>
              <a:t>`docs/`</a:t>
            </a:r>
          </a:p>
          <a:p>
            <a:pPr>
              <a:defRPr sz="2200"/>
            </a:pPr>
            <a:r>
              <a:t>`materials/`</a:t>
            </a:r>
          </a:p>
          <a:p>
            <a:pPr>
              <a:defRPr sz="2200"/>
            </a:pPr>
            <a:r>
              <a:t>`results/`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环境配置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现场演示流程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Clone/Fork</a:t>
            </a:r>
          </a:p>
          <a:p>
            <a:pPr>
              <a:defRPr sz="2200"/>
            </a:pPr>
            <a:r>
              <a:t>运行环境测试</a:t>
            </a:r>
          </a:p>
          <a:p>
            <a:pPr>
              <a:defRPr sz="2200"/>
            </a:pPr>
            <a:r>
              <a:t>完成一个 TODO</a:t>
            </a:r>
          </a:p>
          <a:p>
            <a:pPr>
              <a:defRPr sz="2200"/>
            </a:pPr>
            <a:r>
              <a:t>运行脚本</a:t>
            </a:r>
          </a:p>
          <a:p>
            <a:pPr>
              <a:defRPr sz="2200"/>
            </a:pPr>
            <a:r>
              <a:t>查看 `results/`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提交与自动评分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Commit</a:t>
            </a:r>
          </a:p>
          <a:p>
            <a:pPr>
              <a:defRPr sz="2200"/>
            </a:pPr>
            <a:r>
              <a:t>Push</a:t>
            </a:r>
          </a:p>
          <a:p>
            <a:pPr>
              <a:defRPr sz="2200"/>
            </a:pPr>
            <a:r>
              <a:t>Pull Request</a:t>
            </a:r>
          </a:p>
          <a:p>
            <a:pPr>
              <a:defRPr sz="2200"/>
            </a:pPr>
            <a:r>
              <a:t>PR 评论 / Summary / Artifacts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评分标准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环境 5</a:t>
            </a:r>
          </a:p>
          <a:p>
            <a:pPr>
              <a:defRPr sz="2200"/>
            </a:pPr>
            <a:r>
              <a:t>Part 1 35</a:t>
            </a:r>
          </a:p>
          <a:p>
            <a:pPr>
              <a:defRPr sz="2200"/>
            </a:pPr>
            <a:r>
              <a:t>Part 2 35</a:t>
            </a:r>
          </a:p>
          <a:p>
            <a:pPr>
              <a:defRPr sz="2200"/>
            </a:pPr>
            <a:r>
              <a:t>报告 15</a:t>
            </a:r>
          </a:p>
          <a:p>
            <a:pPr>
              <a:defRPr sz="2200"/>
            </a:pPr>
            <a:r>
              <a:t>代码质量和选做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常见错误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Hamming 输入长度不是 4 的倍数</a:t>
            </a:r>
          </a:p>
          <a:p>
            <a:pPr>
              <a:defRPr sz="2200"/>
            </a:pPr>
            <a:r>
              <a:t>syndrome 方向错误</a:t>
            </a:r>
          </a:p>
          <a:p>
            <a:pPr>
              <a:defRPr sz="2200"/>
            </a:pPr>
            <a:r>
              <a:t>ZF 卷积矩阵中心位置错误</a:t>
            </a:r>
          </a:p>
          <a:p>
            <a:pPr>
              <a:defRPr sz="2200"/>
            </a:pPr>
            <a:r>
              <a:t>LMS 步长过大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助手使用边界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可以问原理</a:t>
            </a:r>
          </a:p>
          <a:p>
            <a:pPr>
              <a:defRPr sz="2200"/>
            </a:pPr>
            <a:r>
              <a:t>可以问报错</a:t>
            </a:r>
          </a:p>
          <a:p>
            <a:pPr>
              <a:defRPr sz="2200"/>
            </a:pPr>
            <a:r>
              <a:t>必须理解代码</a:t>
            </a:r>
          </a:p>
          <a:p>
            <a:pPr>
              <a:defRPr sz="2200"/>
            </a:pPr>
            <a:r>
              <a:t>报告中说明 AI 使用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课堂时间安排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30 分钟讲解</a:t>
            </a:r>
          </a:p>
          <a:p>
            <a:pPr>
              <a:defRPr sz="2200"/>
            </a:pPr>
            <a:r>
              <a:t>70 分钟实现</a:t>
            </a:r>
          </a:p>
          <a:p>
            <a:pPr>
              <a:defRPr sz="2200"/>
            </a:pPr>
            <a:r>
              <a:t>20 分钟提交与答疑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/>
            </a:pPr>
            <a:r>
              <a:t>有问题先看 README</a:t>
            </a:r>
          </a:p>
          <a:p>
            <a:pPr>
              <a:defRPr sz="2200"/>
            </a:pPr>
            <a:r>
              <a:t>再看 Actions 日志</a:t>
            </a:r>
          </a:p>
          <a:p>
            <a:pPr>
              <a:defRPr sz="2200"/>
            </a:pPr>
            <a:r>
              <a:t>再向教师/助教求助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